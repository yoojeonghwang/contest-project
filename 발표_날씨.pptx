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7" d="100"/>
          <a:sy n="77" d="100"/>
        </p:scale>
        <p:origin x="68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355DB-EB6A-443A-9496-4F04606B923E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8997-C369-4AFF-BBA7-E098432CC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966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355DB-EB6A-443A-9496-4F04606B923E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8997-C369-4AFF-BBA7-E098432CC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1487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355DB-EB6A-443A-9496-4F04606B923E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8997-C369-4AFF-BBA7-E098432CC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2123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355DB-EB6A-443A-9496-4F04606B923E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8997-C369-4AFF-BBA7-E098432CC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3950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355DB-EB6A-443A-9496-4F04606B923E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8997-C369-4AFF-BBA7-E098432CC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089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355DB-EB6A-443A-9496-4F04606B923E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8997-C369-4AFF-BBA7-E098432CC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738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355DB-EB6A-443A-9496-4F04606B923E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8997-C369-4AFF-BBA7-E098432CC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4055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355DB-EB6A-443A-9496-4F04606B923E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8997-C369-4AFF-BBA7-E098432CC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9092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355DB-EB6A-443A-9496-4F04606B923E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8997-C369-4AFF-BBA7-E098432CC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350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355DB-EB6A-443A-9496-4F04606B923E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8997-C369-4AFF-BBA7-E098432CC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7779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355DB-EB6A-443A-9496-4F04606B923E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D8997-C369-4AFF-BBA7-E098432CC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986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4355DB-EB6A-443A-9496-4F04606B923E}" type="datetimeFigureOut">
              <a:rPr lang="ko-KR" altLang="en-US" smtClean="0"/>
              <a:t>2020-06-03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D8997-C369-4AFF-BBA7-E098432CC68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581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69275"/>
          </a:xfrm>
        </p:spPr>
        <p:txBody>
          <a:bodyPr>
            <a:normAutofit fontScale="90000"/>
          </a:bodyPr>
          <a:lstStyle/>
          <a:p>
            <a:r>
              <a:rPr lang="ko-KR" altLang="en-US" dirty="0" smtClean="0"/>
              <a:t>날씨 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2916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사용 데이터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ko-KR" altLang="en-US" dirty="0" err="1" smtClean="0"/>
              <a:t>날씨데이터</a:t>
            </a:r>
            <a:endParaRPr lang="en-US" altLang="ko-KR" dirty="0" smtClean="0"/>
          </a:p>
          <a:p>
            <a:pPr marL="514350" indent="-514350">
              <a:buAutoNum type="arabicPeriod"/>
            </a:pPr>
            <a:r>
              <a:rPr lang="ko-KR" altLang="en-US" dirty="0" smtClean="0"/>
              <a:t>제주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강원 일별 </a:t>
            </a:r>
            <a:r>
              <a:rPr lang="ko-KR" altLang="en-US" dirty="0" err="1" smtClean="0"/>
              <a:t>관광지별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방문객수</a:t>
            </a:r>
            <a:r>
              <a:rPr lang="ko-KR" altLang="en-US" dirty="0" smtClean="0"/>
              <a:t> 데이터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079882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독립변수와 종속변수의 설정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독립변수</a:t>
            </a:r>
            <a:r>
              <a:rPr lang="en-US" altLang="ko-KR" dirty="0" smtClean="0"/>
              <a:t>1:</a:t>
            </a:r>
            <a:r>
              <a:rPr lang="ko-KR" altLang="ko-KR" dirty="0" smtClean="0"/>
              <a:t>날씨 </a:t>
            </a:r>
            <a:r>
              <a:rPr lang="ko-KR" altLang="ko-KR" dirty="0"/>
              <a:t>세분화</a:t>
            </a:r>
            <a:r>
              <a:rPr lang="en-US" altLang="ko-KR" dirty="0"/>
              <a:t>: </a:t>
            </a:r>
            <a:r>
              <a:rPr lang="ko-KR" altLang="ko-KR" dirty="0"/>
              <a:t>비</a:t>
            </a:r>
            <a:r>
              <a:rPr lang="en-US" altLang="ko-KR" dirty="0"/>
              <a:t>, </a:t>
            </a:r>
            <a:r>
              <a:rPr lang="ko-KR" altLang="ko-KR" dirty="0"/>
              <a:t>미세먼지</a:t>
            </a:r>
            <a:r>
              <a:rPr lang="en-US" altLang="ko-KR" dirty="0"/>
              <a:t>, </a:t>
            </a:r>
            <a:r>
              <a:rPr lang="ko-KR" altLang="ko-KR" dirty="0" smtClean="0"/>
              <a:t>바람</a:t>
            </a:r>
            <a:r>
              <a:rPr lang="en-US" altLang="ko-KR" dirty="0" smtClean="0"/>
              <a:t> </a:t>
            </a:r>
            <a:r>
              <a:rPr lang="ko-KR" altLang="en-US" dirty="0" smtClean="0"/>
              <a:t>등</a:t>
            </a:r>
            <a:r>
              <a:rPr lang="en-US" altLang="ko-KR" dirty="0" smtClean="0"/>
              <a:t> </a:t>
            </a:r>
          </a:p>
          <a:p>
            <a:r>
              <a:rPr lang="ko-KR" altLang="ko-KR" dirty="0" smtClean="0"/>
              <a:t>독립변수</a:t>
            </a:r>
            <a:r>
              <a:rPr lang="en-US" altLang="ko-KR" dirty="0" smtClean="0"/>
              <a:t>2</a:t>
            </a:r>
            <a:r>
              <a:rPr lang="ko-KR" altLang="ko-KR" dirty="0" smtClean="0"/>
              <a:t> </a:t>
            </a:r>
            <a:r>
              <a:rPr lang="en-US" altLang="ko-KR" dirty="0"/>
              <a:t>: </a:t>
            </a:r>
            <a:r>
              <a:rPr lang="ko-KR" altLang="en-US" dirty="0" err="1" smtClean="0"/>
              <a:t>관광지별</a:t>
            </a:r>
            <a:r>
              <a:rPr lang="ko-KR" altLang="en-US" dirty="0" smtClean="0"/>
              <a:t> </a:t>
            </a:r>
            <a:r>
              <a:rPr lang="ko-KR" altLang="ko-KR" dirty="0" smtClean="0"/>
              <a:t>실내외 </a:t>
            </a:r>
            <a:r>
              <a:rPr lang="ko-KR" altLang="en-US" dirty="0" smtClean="0"/>
              <a:t>여부 </a:t>
            </a:r>
            <a:endParaRPr lang="en-US" altLang="ko-KR" dirty="0"/>
          </a:p>
          <a:p>
            <a:r>
              <a:rPr lang="ko-KR" altLang="ko-KR" dirty="0" smtClean="0"/>
              <a:t>종속변수</a:t>
            </a:r>
            <a:r>
              <a:rPr lang="en-US" altLang="ko-KR" dirty="0"/>
              <a:t>: </a:t>
            </a:r>
            <a:r>
              <a:rPr lang="ko-KR" altLang="ko-KR" dirty="0"/>
              <a:t>관광객 </a:t>
            </a:r>
            <a:r>
              <a:rPr lang="ko-KR" altLang="ko-KR" dirty="0" smtClean="0"/>
              <a:t>수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600428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가설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ko-KR" altLang="en-US" dirty="0" smtClean="0"/>
              <a:t>관광지가 실외</a:t>
            </a:r>
            <a:r>
              <a:rPr lang="en-US" altLang="ko-KR" dirty="0" smtClean="0"/>
              <a:t>/</a:t>
            </a:r>
            <a:r>
              <a:rPr lang="ko-KR" altLang="en-US" dirty="0" smtClean="0"/>
              <a:t>실내에 있는지 여부에 따라 날씨 </a:t>
            </a:r>
            <a:r>
              <a:rPr lang="ko-KR" altLang="en-US" dirty="0" err="1" smtClean="0"/>
              <a:t>세부속성에</a:t>
            </a:r>
            <a:r>
              <a:rPr lang="ko-KR" altLang="en-US" dirty="0" smtClean="0"/>
              <a:t> 의한 관광객수 증감에 유의미한 패턴을 발견 할 수 있을 것이다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5879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데이터마이닝</a:t>
            </a:r>
            <a:r>
              <a:rPr lang="ko-KR" altLang="en-US" dirty="0" smtClean="0"/>
              <a:t> 방법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ko-KR" altLang="en-US" dirty="0" smtClean="0"/>
              <a:t>관광지데이터의 위치를 기상데이터의 행정구역명칭 별로 분류</a:t>
            </a:r>
            <a:endParaRPr lang="en-US" altLang="ko-KR" dirty="0" smtClean="0"/>
          </a:p>
          <a:p>
            <a:pPr marL="514350" indent="-514350">
              <a:buAutoNum type="arabicPeriod"/>
            </a:pPr>
            <a:r>
              <a:rPr lang="ko-KR" altLang="en-US" dirty="0" smtClean="0"/>
              <a:t>양 데이터의 시간 표현 양식 통일</a:t>
            </a:r>
            <a:endParaRPr lang="en-US" altLang="ko-KR" dirty="0" smtClean="0"/>
          </a:p>
          <a:p>
            <a:pPr marL="514350" indent="-514350">
              <a:buAutoNum type="arabicPeriod"/>
            </a:pPr>
            <a:endParaRPr lang="en-US" altLang="ko-KR" dirty="0" smtClean="0"/>
          </a:p>
          <a:p>
            <a:pPr marL="514350" indent="-514350">
              <a:buAutoNum type="arabicPeriod"/>
            </a:pPr>
            <a:r>
              <a:rPr lang="ko-KR" altLang="en-US" dirty="0" smtClean="0"/>
              <a:t>풍향</a:t>
            </a:r>
            <a:r>
              <a:rPr lang="en-US" altLang="ko-KR" dirty="0" smtClean="0"/>
              <a:t>, </a:t>
            </a:r>
            <a:r>
              <a:rPr lang="ko-KR" altLang="en-US" dirty="0" smtClean="0"/>
              <a:t>풍속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일조량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구름량</a:t>
            </a:r>
            <a:r>
              <a:rPr lang="ko-KR" altLang="en-US" dirty="0" smtClean="0"/>
              <a:t> 등 독립변수를 범주화</a:t>
            </a:r>
            <a:r>
              <a:rPr lang="en-US" altLang="ko-KR" dirty="0" smtClean="0"/>
              <a:t>? (</a:t>
            </a:r>
            <a:r>
              <a:rPr lang="ko-KR" altLang="en-US" dirty="0" smtClean="0"/>
              <a:t>날씨예보기준표 참조</a:t>
            </a:r>
            <a:r>
              <a:rPr lang="en-US" altLang="ko-KR" dirty="0" smtClean="0"/>
              <a:t>)</a:t>
            </a:r>
          </a:p>
          <a:p>
            <a:pPr marL="514350" indent="-514350">
              <a:buAutoNum type="arabicPeriod"/>
            </a:pPr>
            <a:r>
              <a:rPr lang="ko-KR" altLang="en-US" smtClean="0"/>
              <a:t>관광지데이터 실내외 여부 </a:t>
            </a:r>
            <a:r>
              <a:rPr lang="ko-KR" altLang="en-US" dirty="0" err="1" smtClean="0"/>
              <a:t>더미화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텍스트마이닝</a:t>
            </a:r>
            <a:r>
              <a:rPr lang="ko-KR" altLang="en-US" dirty="0" smtClean="0"/>
              <a:t> 사용</a:t>
            </a:r>
            <a:r>
              <a:rPr lang="en-US" altLang="ko-KR" dirty="0" smtClean="0"/>
              <a:t>)-&gt; +</a:t>
            </a:r>
            <a:r>
              <a:rPr lang="ko-KR" altLang="en-US" dirty="0" smtClean="0"/>
              <a:t>수작업 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514350" indent="-514350">
              <a:buAutoNum type="arabicPeriod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24943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96</Words>
  <Application>Microsoft Office PowerPoint</Application>
  <PresentationFormat>와이드스크린</PresentationFormat>
  <Paragraphs>17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날씨 </vt:lpstr>
      <vt:lpstr>사용 데이터 </vt:lpstr>
      <vt:lpstr>독립변수와 종속변수의 설정</vt:lpstr>
      <vt:lpstr>가설</vt:lpstr>
      <vt:lpstr>데이터마이닝 방법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날씨</dc:title>
  <dc:creator>Windows User</dc:creator>
  <cp:lastModifiedBy>Windows User</cp:lastModifiedBy>
  <cp:revision>7</cp:revision>
  <dcterms:created xsi:type="dcterms:W3CDTF">2020-06-03T03:35:02Z</dcterms:created>
  <dcterms:modified xsi:type="dcterms:W3CDTF">2020-06-03T06:41:29Z</dcterms:modified>
</cp:coreProperties>
</file>